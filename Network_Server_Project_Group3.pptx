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572000" cy="45720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pptx_wor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SERVER PROJECT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· Web · File Server on VMware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network built for this course, connecting a Web Server, DNS Server, and File Server through a wireless hotspot, verified from a Client machine.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970" y="26663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886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group website, reachable by IP address and by domain name.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910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wor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610" y="266639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886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chosen domain name to the Web Server's IP address.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6374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work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250" y="266639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886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SAMBA so the client can upload and download files.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5256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98380" y="24688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work/icons/lap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5890" y="266639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3886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workstation used to test and demonstrate every service.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roles run as separate VMware virtual machines, connected on the same subnet.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servers share one Wireless HotSpot, which also provides the path to the Internet.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41264" y="306324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5678424" y="3154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989" y="33302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92624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08760" y="2103120"/>
            <a:ext cx="4581144" cy="1417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069080" y="5669280"/>
            <a:ext cx="2020824" cy="-21488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09560" y="5669280"/>
            <a:ext cx="-1819656" cy="-21488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69880" y="2103120"/>
            <a:ext cx="-4379976" cy="14173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169164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/home/claude/pptx_work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90" y="188915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008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657600" y="525780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/home/claude/pptx_work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110" y="54553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00400" y="6126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498080" y="525780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9" name="Image 3" descr="/home/claude/pptx_work/icon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90" y="5455310"/>
            <a:ext cx="427939" cy="42793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040880" y="6126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0058400" y="169164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2" name="Image 4" descr="/home/claude/pptx_work/icons/lap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0" y="1889150"/>
            <a:ext cx="427939" cy="42793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912864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638544" y="3337560"/>
            <a:ext cx="457200" cy="-274320"/>
          </a:xfrm>
          <a:prstGeom prst="line">
            <a:avLst/>
          </a:prstGeom>
          <a:noFill/>
          <a:ln w="19050">
            <a:solidFill>
              <a:srgbClr val="5B647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 Scheme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use static IP addresses within the same subnet.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651760"/>
                <a:gridCol w="29260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 (HTTP)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10.11.125.10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mygroup.lab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Server (BIND9)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10.11.125.20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ns.mygroup.lab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Server / 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10.11.125.30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files.mygroup.lab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PC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Workstation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Dynamic/Static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DNS: 10.11.125.20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actual addresses your group configured.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Configuration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wor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2514600"/>
            <a:ext cx="2971800" cy="0"/>
          </a:xfrm>
          <a:prstGeom prst="line">
            <a:avLst/>
          </a:prstGeom>
          <a:noFill/>
          <a:ln w="12700">
            <a:solidFill>
              <a:srgbClr val="D8DE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74320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Ubuntu Server 22.04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Apache2 (HTTP)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IP: 10.11.125.10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64592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/home/claude/pptx_wor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17995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617720" y="2514600"/>
            <a:ext cx="2971800" cy="0"/>
          </a:xfrm>
          <a:prstGeom prst="line">
            <a:avLst/>
          </a:prstGeom>
          <a:noFill/>
          <a:ln w="12700">
            <a:solidFill>
              <a:srgbClr val="D8DE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63440" y="274320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BIND9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IP: 10.11.125.20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mygroup.lab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→ Web Server IP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F5F7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412480" y="1645920"/>
            <a:ext cx="640080" cy="640080"/>
          </a:xfrm>
          <a:prstGeom prst="ellipse">
            <a:avLst/>
          </a:prstGeom>
          <a:solidFill>
            <a:srgbClr val="3B4A9E"/>
          </a:solidFill>
          <a:ln/>
        </p:spPr>
      </p:sp>
      <p:pic>
        <p:nvPicPr>
          <p:cNvPr id="17" name="Image 2" descr="/home/claude/pptx_work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099" y="17995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1691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8412480" y="2514600"/>
            <a:ext cx="2971800" cy="0"/>
          </a:xfrm>
          <a:prstGeom prst="line">
            <a:avLst/>
          </a:prstGeom>
          <a:noFill/>
          <a:ln w="12700">
            <a:solidFill>
              <a:srgbClr val="D8DEF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458200" y="274320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Software: SAMBA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folder: [name/path]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[read/write, users]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55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(port 22) enabled on all three servers · accessed via PuTTY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Verification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below was tested from the Client machine.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1FA37C"/>
          </a:solidFill>
          <a:ln/>
        </p:spPr>
      </p:sp>
      <p:pic>
        <p:nvPicPr>
          <p:cNvPr id="6" name="Image 0" descr="/home/claude/pptx_wor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23262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57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servers reach each other over static IPs in the same range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9659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194560"/>
            <a:ext cx="548640" cy="548640"/>
          </a:xfrm>
          <a:prstGeom prst="ellipse">
            <a:avLst/>
          </a:prstGeom>
          <a:solidFill>
            <a:srgbClr val="1FA37C"/>
          </a:solidFill>
          <a:ln/>
        </p:spPr>
      </p:sp>
      <p:pic>
        <p:nvPicPr>
          <p:cNvPr id="10" name="Image 1" descr="/home/claude/pptx_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232623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2057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remote access works from the Client to every server via PuTTY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1FA37C"/>
          </a:solidFill>
          <a:ln/>
        </p:spPr>
      </p:sp>
      <p:pic>
        <p:nvPicPr>
          <p:cNvPr id="14" name="Image 2" descr="/home/claude/pptx_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346923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200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loads successfully via the Web Server's IP address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31089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46520" y="3337560"/>
            <a:ext cx="548640" cy="548640"/>
          </a:xfrm>
          <a:prstGeom prst="ellipse">
            <a:avLst/>
          </a:prstGeom>
          <a:solidFill>
            <a:srgbClr val="1FA37C"/>
          </a:solidFill>
          <a:ln/>
        </p:spPr>
      </p:sp>
      <p:pic>
        <p:nvPicPr>
          <p:cNvPr id="18" name="Image 3" descr="/home/claude/pptx_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346923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78040" y="3200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loads successfully via the domain name (DNS resolution)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1FA37C"/>
          </a:solidFill>
          <a:ln/>
        </p:spPr>
      </p:sp>
      <p:pic>
        <p:nvPicPr>
          <p:cNvPr id="22" name="Image 4" descr="/home/claude/pptx_wor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461223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343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from Client to File Server succeeds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4251960"/>
            <a:ext cx="5349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46520" y="4480560"/>
            <a:ext cx="548640" cy="548640"/>
          </a:xfrm>
          <a:prstGeom prst="ellipse">
            <a:avLst/>
          </a:prstGeom>
          <a:solidFill>
            <a:srgbClr val="1FA37C"/>
          </a:solidFill>
          <a:ln/>
        </p:spPr>
      </p:sp>
      <p:pic>
        <p:nvPicPr>
          <p:cNvPr id="26" name="Image 5" descr="/home/claude/pptx_wor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94" y="46122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178040" y="434340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 from File Server to Client succeeds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4" name="Image 0" descr="/home/claude/pptx_work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9290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5176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multi-server network: Web, DNS, and File services on VMware.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DNS resolution end-to-end — domain names correctly resolve to the Web Server.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remote administration via SSH/PuTTY across all three servers.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diagnose network issues: IP conflicts, VMnet configuration, resolver setup.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placeholders below with your team's names and roles.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8740" y="24688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work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6883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566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 Name]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(Apache2)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83380" y="24688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work/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36" y="26883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3566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 Name]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 (BIND9)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24688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work/icons/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268833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3566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 Name]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 (SAMBA)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52560" y="21488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52660" y="24688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work/icons/lap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2116" y="268833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3566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 Name]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3544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Setup &amp; Testing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97280"/>
            <a:ext cx="4572000" cy="45720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201168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/home/claude/pptx_work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22311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1148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2026-09-12T10:07:21Z</dcterms:created>
  <dcterms:modified xsi:type="dcterms:W3CDTF">2026-09-12T10:07:21Z</dcterms:modified>
</cp:coreProperties>
</file>